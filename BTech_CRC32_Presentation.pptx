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47E5BC"/>
                </a:solidFill>
                <a:latin typeface="Segoe UI"/>
              </a:defRPr>
            </a:pPr>
            <a:r>
              <a:rPr sz="4800" b="1">
                <a:solidFill>
                  <a:srgbClr val="47E5BC"/>
                </a:solidFill>
                <a:latin typeface="Segoe UI"/>
              </a:rPr>
              <a:t>Cyclic Redundancy Check (CRC-32)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Network Integrity &amp; Error Detection Simulator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Team Members: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Ch. Munna (2503A520Q2)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Ved Prakash (2503A520Q2)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Vishnu (2503A520Q3)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Samvarsh (2503A520Q5)</a:t>
            </a:r>
          </a:p>
          <a:p>
            <a:pPr>
              <a:defRPr sz="2000" b="0">
                <a:solidFill>
                  <a:srgbClr val="5BC0BE"/>
                </a:solidFill>
                <a:latin typeface="Segoe UI"/>
              </a:defRPr>
            </a:pPr>
            <a:r>
              <a:rPr sz="2000" b="0">
                <a:solidFill>
                  <a:srgbClr val="5BC0BE"/>
                </a:solidFill>
                <a:latin typeface="Segoe UI"/>
              </a:rPr>
              <a:t>Showrya (2503A520Q6)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The Problem: Data Corruption in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Data Link / Physical Layer transmissions are prone to noise.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Attenuation and Electromagnetic Interference (EMI) can alter signals.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A single bit flip (0 ➔ 1) can completely corrupt a packet payload.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Reliable systems require robust Error Detection schemes to ensure data integrity before passing packets up the network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Why CRC? (Cyclic Redundancy Check)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Far superior to Simple Parity Checks or Checksums.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Mathematically based on Polynomial Division using Modulo-2 arithmetic.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CRC-32 (used in IEEE 802.3 Ethernet &amp; Wi-Fi) uses a 32-degree generator polynomial.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Detects 100% of single-bit, double-bit, and odd-numbered errors, and highly efficient for burst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System Architecture (3 Phases)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1. SENDER: Processes data, computes polynomial division, and appends a 32-bit Frame Check Sequence (FCS) to the payload.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2. TRANSMISSION MEDIUM: The channel where packets travel and noise (error injection) can occur.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3. RECEIVER: Performs polynomial division on the received codeword to verify if the remainder is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Phase 1: Sender Checksum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Message converted to a binary bitstream M(x).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Appended with 32 zero-bits: M(x) * x^32.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Divided by the predefined Generator Polynomial G(x).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The Remainder R(x) is the CRC-32 checksum.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Transmitted Codeword T(x) = M(x) * x^32 + R(x).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Phase 2: Network Transmission &amp; Error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The packet T(x) traverses the simulated network channel.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Error Simulation: We simulate channel interference by XORing a specific data bit with 1 (Bit-flipping).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As a result, the received polynomial T'(x) may differ from the originally sent T(x).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Even a 1-bit difference drastically alters the final CRC hash.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Phase 3: Receiver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The receiver captures the bitstream T'(x).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It strips the payload from the appended checksum.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It recalculates the CRC on the payload using the exact same generator polynomial G(x).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It then compares its calculated Remainder against the received Remainder (Syndrome calculation).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The Syndrome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If Local Remainder == Received Remainder: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➔ ACCEPT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➔ No corruption detected. Packet is passed to the Network Layer.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If Local Remainder != Received Remainder: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➔ REJECT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➔ Data corrupted. An ARQ (Automatic Repeat reQuest) mechanism is typically triggered to retransmit.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7E5BC"/>
                </a:solidFill>
                <a:latin typeface="Segoe UI"/>
              </a:defRPr>
            </a:pPr>
            <a:r>
              <a:rPr sz="4000" b="1">
                <a:solidFill>
                  <a:srgbClr val="47E5BC"/>
                </a:solidFill>
                <a:latin typeface="Segoe UI"/>
              </a:rPr>
              <a:t>Project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Frontend Interface: Built with HTML5, CSS3, and Vanilla JavaScript.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Algorithm: Implemented a standard IEEE 802.3 CRC-32 lookup table in JS for O(N) fast byte-wise computation.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Encoding: Uses TextEncoder for accurate String-to-UTF-8 Byte conversion before binary parsing.</a:t>
            </a: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200" b="0">
                <a:solidFill>
                  <a:srgbClr val="F0F0F0"/>
                </a:solidFill>
                <a:latin typeface="Segoe UI"/>
              </a:defRPr>
            </a:pPr>
            <a:r>
              <a:rPr sz="2200" b="0">
                <a:solidFill>
                  <a:srgbClr val="F0F0F0"/>
                </a:solidFill>
                <a:latin typeface="Segoe UI"/>
              </a:rPr>
              <a:t>• UI/UX: Interactive DOM manipulation to visualize bit-flipping and packet validation in real-time.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7E5BC"/>
                </a:solidFill>
                <a:latin typeface="Segoe UI"/>
              </a:defRPr>
            </a:pPr>
            <a:r>
              <a:rPr sz="4400" b="1">
                <a:solidFill>
                  <a:srgbClr val="47E5BC"/>
                </a:solidFill>
                <a:latin typeface="Segoe UI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FFFFFF"/>
                </a:solidFill>
                <a:latin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</a:rPr>
              <a:t>CRC-32 ensures high reliability across modern networks through deterministic bit-level error detection.</a:t>
            </a:r>
          </a:p>
          <a:p>
            <a:pPr>
              <a:defRPr sz="2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2400" b="0">
                <a:solidFill>
                  <a:srgbClr val="FFFFFF"/>
                </a:solidFill>
                <a:latin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</a:rPr>
              <a:t>Thank You!</a:t>
            </a:r>
          </a:p>
          <a:p>
            <a:pPr>
              <a:defRPr sz="2400" b="0">
                <a:solidFill>
                  <a:srgbClr val="FFFFFF"/>
                </a:solidFill>
                <a:latin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