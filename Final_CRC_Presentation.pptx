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🚨 Emergency Alert Packet Integrity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System Purpose, Problem Analysis &amp; Practical Applications</a:t>
            </a:r>
            <a:br/>
            <a:r>
              <a:t>A real-time telemetry framing, Galois Field CRC-32 verification, and OS kernel buffer fault isolation simulator.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Ch .Munna - Q1 , Ved Prakash - Q2 , Vishnu - Q3 , Samvarsh -Q5 , Showrya Bhanu -Q6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4747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🎯 THE PURPOSE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Demonstrate how mission-critical emergency alert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systems mathematically guarantee packet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authenticity before triggering sirens.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200400"/>
            <a:ext cx="34747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⚠️ THE PROBLEM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Wireless/radio channels suffer electromagnetic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noise &amp; tampering. Corrupted sensor data causes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deadly false alarms or missed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200400"/>
            <a:ext cx="34747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🛠️ THE USES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Critical infrastructure early warning, industrial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SCADA safety, IoT protocol validation, and kernel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driver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Purpose: What Is This Application?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An interdisciplinary bridge between Link-Layer Network Mathematics and OS Kernel Fault Isolation.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🏛️ Core System Objective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Simulate Life-Safety Telemetry: Provides an interactive simulation of real-world hazard sensors.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Guarantee 100% Mathematical Integrity: Implements Galois Field GF(2) Modulo-2 division using CRC-32.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Demonstrate Kernel-Level Fault Isolation: Illustrates how an OS network driver intercepts frames.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Zero-Dependency Interactive Sandbox: Accessible browser-based command center.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🌐 Computer Networks (Layer 2 Framing)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Encapsulates JSON payloads into raw bitstreams, augments zero bits, executes polynomial division, and appends the remainder as a Data Link Layer trailer.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206240"/>
            <a:ext cx="54864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💻 Operating Systems (Kernel Buffer Management)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Models how NIC hardware interrupts queue packets into circular DMA ring buffers, and softirqs evaluate CRC. Corrupted packets trigger drop.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Problem: Why Emergency Telemetry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Real-world transmission channels are hostile environments where noise and tampering threaten lives.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⚡ 1. Hostile Channel Physics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Emergency alerts travel over radio frequencies, wireless LoRa, and satellite links. These media suffer from atmospheric lightning, solar flares, thermal drift, and multi-path fading that silently invert 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🚨 2. The Cost of Corrupted Bits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A single flipped bit in an earthquake alert changing 'magnitude: 4.1' to '8.1' triggers citywide panic, gas main cutoffs, and subway shutdowns. Conversely, a corrupted evacuation flag leads to mass casualties.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❌ 3. Inadequacy of Basic Checksums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Simple parity misses 50% of multi-bit flips. Internet 1s-complement checksums completely fail to detect transposed bytes. Mission-critical emergency systems require rigorous polynomial-based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Why CRC Fails During Any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Mathematical certainty: why errors can never slip past polynomial Galois Field division.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📐 The Error Syndrome Theorem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1. Transmitted Codeword: T(x) = D(x)·x^32 ⊕ R(x) is an exact multiple of P(x).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2. Channel Interference: Noise is represented by Error Polynomial E(x), yielding T'(x) = T(x) ⊕ E(x).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3. Receiver Modulo-2 Division: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T'(x) mod P(x) = [T(x) ⊕ E(x)] mod P(x)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= 0 ⊕ [E(x) mod P(x)] = E(x) mod P(x).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4. Ironclad Detection Law: An error can only escape if E(x) is an exact multiple of P(x).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🛡️ 100% Detection Guarantees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Single-Bit Errors (E(x) = x^k): P(x) has multiple terms. A multi-term polynomial can never divide a single term.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Double-Bit Errors: P(x) does not divide (x^k + 1).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Odd Number of Bit Errors: (x+1) is a factor of P(x). Any odd-term polynomial makes division impossible.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• Burst Errors: Any burst spanning L ≤ 32 bits has degree &lt; 32. A degree &lt; 32 polynomial cannot be divided by degree 32.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Universal Invariance: How It Applies to Every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OSI Layer 2 data independence ensures identical mathematical protection across all hazard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🌋 Earthquake Alert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Magnitude, Depth, Intensity. Bit-flip in '7.2' alters D(x); drops false metro emergency stops.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🌊 Tsunami Alert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Wave Height, Arrival. Corrupted evacuation command caught by non-zero syndrome.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🔥 Wildfire Alert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Temperature, Smoke. Prevents false industrial deluge foam trigger.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☣️ Chemical Spill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Toxic Gas Type, Plume Radius. Protects hazmat evacuation boundary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☢️ Radiation Leak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Dose Rate, Core Temp. Suppresses spurious radiological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38912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☀️ Heat Wave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Ambient Temp, Heat Index. Blocks erroneous electrical grid load sheds.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💻 Cyber Attack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DDoS Flood, Threat Tier. Tampered SOC command packets rejected at NIC driver.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389120"/>
            <a:ext cx="2560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❄️ Arctic Blizzard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Telemetry: Wind Chill, Snowfall Rate. Guarantees authentic civic winter weather advisories.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End-to-End System Workflow (5-Stage Architecture)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Tracing an alert packet from sensor trigger to civic actuator dispatch. (Data Flow Diagram)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STAGE 01</a:t>
            </a:r>
            <a:br/>
            <a:r>
              <a:t>SENSOR FRAMING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Hazard readings packaged into structured JSON and serialized into binary bitstream D(x).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20116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STAGE 02</a:t>
            </a:r>
            <a:br/>
            <a:r>
              <a:t>CRC-32 GENERATION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Data augmented with 32 zeros; Galois Field Modulo-2 division produces 32-bit trailer R(x).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286000"/>
            <a:ext cx="20116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STAGE 03</a:t>
            </a:r>
            <a:br/>
            <a:r>
              <a:t>CHANNEL TRANSMIT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Transmitted Codeword T(x) traverses noisy channel; error vector E(x) potentially added.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86000"/>
            <a:ext cx="20116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STAGE 04</a:t>
            </a:r>
            <a:br/>
            <a:r>
              <a:t>DUAL VERIFICATION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Receiver recomputes CRC and verifies Zero Remainder Theorem: T'(x) mod P(x) ==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286000"/>
            <a:ext cx="20116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STAGE 05</a:t>
            </a:r>
            <a:br/>
            <a:r>
              <a:t>KERNEL ACTUATION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Clean packet triggers civic siren daemons; corrupted buffer instantly dropped via kfree_skb().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88620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754880" y="388620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040880" y="388620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326880" y="3886200"/>
            <a:ext cx="27432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Practical Uses: Where This Technology Is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Real-world mission-critical deployments and operational domains.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🚨 Civic Emergency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Municipal Siren Networks &amp; Early Warning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Government civil defense systems use framing and CRC checks to ensure unauthorized or noisy transmissions never trigger false city sirens.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2860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🏭 Industrial SCADA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Nuclear &amp; Chemical Facility Automation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PLCs in hazardous plants monitor toxic gas PPM and core cooling. Packet corruption isolation prevents disastrous false shutdowns or uncontained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📡 Critical IoT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Satellite, Marine Buoys &amp; LoRaWAN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Deep-sea tsunami buoys and remote seismic stations communicate over low-bandwidth, noise-heavy satellite links where bit verification determines life or death.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286000"/>
            <a:ext cx="2560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🎓 Engineering Research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Computer Science &amp; Systems Education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Demonstrates how abstract polynomial math (Galois Fields) and operating system kernel concepts collaborate in high-assurance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Interactive Features Built Into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Hands-on tools designed for deep inspection and operational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📡 Live Transmission Simulator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Generate authentic telemetry across 8 hazard models, toggle noisy channel simulation, and observe instant Accept/Reject decisions with full binary/hex telemetry inspectability.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🔬 Step-by-Step Modulo-2 Division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Unpacks the internal shift-register division clock cycles, displaying the working register, divisor application, and XOR output bit-by-bit.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🧮 Interactive Custom CRC Calculator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Educational sandbox allowing users to test arbitrary custom binary dividend bitstrings and generator polynomials to verify remainders on the fly.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4864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📋 Audit History &amp; Forensic CSV Export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Session queue tracking every transmitted packet, error injection mode, sender/receiver hex tags, and drop status with 1-click CSV audit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Key Takeaways: Safety-Critical System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Arial"/>
              </a:defRPr>
            </a:pPr>
            <a:r>
              <a:t>Why mathematical rigor and kernel isolation are essential for public safety.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1. Mathematical Certainty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CRC-32 polynomial division provides 100% detection guarantees against single-bit flips, double-bit errors, odd bit inversions, and burst errors. In life-safety systems, probabilistic guesses are unacceptable.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2. Kernel-Tier Isolation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By verifying packets in the bottom-half interrupt handler, the OS prevents corrupted data from ever reaching application actuators, safeguarding civil siren and emergency dispatch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2860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t>3. Universal Applicability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Operating at Layer 2 ensures that the exact same integrity guarantee protects all emergency telemetry—whether tracking a 7.2 Mw earthquake, a toxic gas cloud, or a coastal tsunami wave.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